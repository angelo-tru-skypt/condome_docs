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65358" y="2770882"/>
            <a:ext cx="1026128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6B00"/>
                </a:solidFill>
                <a:latin typeface="Poppins"/>
                <a:ea typeface="Poppins"/>
                <a:cs typeface="Poppins"/>
                <a:sym typeface="Poppins"/>
              </a:rPr>
              <a:t>Condome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209675" y="3609082"/>
            <a:ext cx="97726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Gestión de Condominios al Siguiente Nivel. Inteligencia, Transparencia y Eficiencia en un solo lugar.</a:t>
            </a:r>
            <a:endParaRPr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5B3F538-EE7F-47E4-AFE8-4405DDF4E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5952" y="1457027"/>
            <a:ext cx="4801792" cy="1200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699444"/>
            <a:ext cx="1143000" cy="76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45293" y="3061394"/>
            <a:ext cx="11301412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Nueva Era de la Administración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14375" y="3966269"/>
            <a:ext cx="10763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Automatización total para comunidades modernas.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50046"/>
            <a:ext cx="5238750" cy="2529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750046"/>
            <a:ext cx="5238750" cy="252948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3140571"/>
            <a:ext cx="468058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6B00"/>
                </a:solidFill>
                <a:latin typeface="Poppins"/>
                <a:ea typeface="Poppins"/>
                <a:cs typeface="Poppins"/>
                <a:sym typeface="Poppins"/>
              </a:rPr>
              <a:t>Gestión Tradicional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740646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Papeles, errores manuales, falta de transparencia y procesos lentos que generan desconfianza en los residentes.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72275" y="3140571"/>
            <a:ext cx="468058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6B00"/>
                </a:solidFill>
                <a:latin typeface="Poppins"/>
                <a:ea typeface="Poppins"/>
                <a:cs typeface="Poppins"/>
                <a:sym typeface="Poppins"/>
              </a:rPr>
              <a:t>Solución Condome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72275" y="3740646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Digitalización total. Finanzas auditables, pagos en línea inmediatos y comunicación fluida en tiempo real.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Transformación Digital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9521"/>
            <a:ext cx="3492549" cy="331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59521"/>
            <a:ext cx="3492549" cy="331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59521"/>
            <a:ext cx="3492549" cy="33105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894237" y="3531096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6B00"/>
                </a:solidFill>
                <a:latin typeface="Poppins"/>
                <a:ea typeface="Poppins"/>
                <a:cs typeface="Poppins"/>
                <a:sym typeface="Poppins"/>
              </a:rPr>
              <a:t>Finanzas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62025" y="4131171"/>
            <a:ext cx="27114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Control de cuotas, pagos en línea y gestión de morosidad automática.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672537" y="3531096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6B00"/>
                </a:solidFill>
                <a:latin typeface="Poppins"/>
                <a:ea typeface="Poppins"/>
                <a:cs typeface="Poppins"/>
                <a:sym typeface="Poppins"/>
              </a:rPr>
              <a:t>Seguridad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740324" y="4131171"/>
            <a:ext cx="27114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Control de acceso, visitas y registro vehicular digitalizado.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50836" y="3531096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6B00"/>
                </a:solidFill>
                <a:latin typeface="Poppins"/>
                <a:ea typeface="Poppins"/>
                <a:cs typeface="Poppins"/>
                <a:sym typeface="Poppins"/>
              </a:rPr>
              <a:t>Convivencia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518624" y="4131171"/>
            <a:ext cx="27114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Reservas de áreas, comunicados e incidencias en un clic.</a:t>
            </a:r>
            <a:endParaRPr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6250" y="2826246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82624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8549" y="2826246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Pilares del Ecosistema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97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71500" y="2881610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Integramos tecnología </a:t>
            </a:r>
            <a:r>
              <a:rPr lang="en-US" sz="165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SaaS</a:t>
            </a: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para garantizar que cada centavo sea rastreable:</a:t>
            </a:r>
            <a:endParaRPr/>
          </a:p>
        </p:txBody>
      </p:sp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097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71500" y="3704332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Facturación automática vía Email.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4182367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Historial de pagos inalterable.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4660403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Dashboard con métricas de morosidad.</a:t>
            </a:r>
            <a:endParaRPr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5671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3475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12791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Control Financiero Absoluto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3157537"/>
            <a:ext cx="34385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95%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4681537"/>
            <a:ext cx="3438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 Cobranza Puntual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4581525" y="3140571"/>
            <a:ext cx="739092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6B00"/>
                </a:solidFill>
                <a:latin typeface="Poppins"/>
                <a:ea typeface="Poppins"/>
                <a:cs typeface="Poppins"/>
                <a:sym typeface="Poppins"/>
              </a:rPr>
              <a:t>Eficiencia Probada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581525" y="3740646"/>
            <a:ext cx="70389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Al facilitar los canales de pago y automatizar los recordatorios, Condome logra que el cumplimiento de los propietarios aumente drásticamente, saneando las finanzas del condominio.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Maximice la Recaudación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71500" y="571500"/>
            <a:ext cx="52006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Seguridad Inteligente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571500" y="1333500"/>
            <a:ext cx="4953000" cy="285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1743075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Proteja su comunidad con herramientas digitales: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71500" y="222111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Control de Accesos:</a:t>
            </a: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Registre visitas y proveedores desde su móvil.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3034307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Auditoría Vehicular:</a:t>
            </a: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Mantenga un censo actualizado de los vehículos del recinto para mayor tranquilidad.</a:t>
            </a:r>
            <a:endParaRPr/>
          </a:p>
        </p:txBody>
      </p:sp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43075"/>
            <a:ext cx="11049000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71500" y="5585519"/>
            <a:ext cx="51625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 transparencia es el pilar de una convivencia sana.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Transparencia Valorada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43075"/>
            <a:ext cx="11049000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571500" y="4513957"/>
            <a:ext cx="4314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Reduzca la carga administrativa en un </a:t>
            </a:r>
            <a:r>
              <a:rPr lang="en-US" sz="165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80%</a:t>
            </a: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Ahorro de Tiempo Operativo</a:t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/>
          <p:nvPr/>
        </p:nvSpPr>
        <p:spPr>
          <a:xfrm>
            <a:off x="571500" y="3995737"/>
            <a:ext cx="11049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1691580" y="41100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571500" y="3463528"/>
            <a:ext cx="243066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Semana 1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Configuración de datos y edificios.</a:t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4564260" y="41100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3444180" y="3463528"/>
            <a:ext cx="243066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Semana 2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Capacitación al equipo administrativo.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7436941" y="41100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6316860" y="3463528"/>
            <a:ext cx="243066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Semana 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Lanzamiento a residentes y propietarios.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10309621" y="41100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9189541" y="3463528"/>
            <a:ext cx="243066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Semana 4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Primer ciclo de cobro digital exitoso.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Implementación Ágil</a:t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952500" y="2540496"/>
            <a:ext cx="7810500" cy="163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1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"La tecnología en el hogar no es un lujo, es el estándar para una convivencia segura y moderna." 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2586037" y="4460378"/>
            <a:ext cx="45434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— Angelo Alexander Mancebo, Fundador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Panorámica</PresentationFormat>
  <Paragraphs>41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Poppins</vt:lpstr>
      <vt:lpstr>Arial</vt:lpstr>
      <vt:lpstr>Inter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Angelo</dc:creator>
  <cp:lastModifiedBy>angelomancebo8@gmail.com</cp:lastModifiedBy>
  <cp:revision>1</cp:revision>
  <dcterms:modified xsi:type="dcterms:W3CDTF">2026-05-01T06:21:42Z</dcterms:modified>
</cp:coreProperties>
</file>